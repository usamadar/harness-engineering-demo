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243"/>
  </p:normalViewPr>
  <p:slideViewPr>
    <p:cSldViewPr snapToGrid="0" snapToObjects="1">
      <p:cViewPr varScale="1">
        <p:scale>
          <a:sx n="74" d="100"/>
          <a:sy n="74" d="100"/>
        </p:scale>
        <p:origin x="2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6522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Harness engineering is the work around the agent.</a:t>
            </a:r>
          </a:p>
          <a:p>
            <a:r>
              <a:rPr lang="en-US" dirty="0"/>
              <a:t>Open by separating the model from the system around it. The agent may write the code, but the harness gives it context, tools, checks, and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harness gives an agent five kinds of traction.</a:t>
            </a:r>
          </a:p>
          <a:p>
            <a:r>
              <a:rPr lang="en-US" dirty="0"/>
              <a:t>Walk through the five layers: context, execution, feedback, governance, and memory. Emphasize that each layer reduces ambiguity for both humans and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gets shorter as the harness gets stronger.</a:t>
            </a:r>
          </a:p>
          <a:p>
            <a:r>
              <a:rPr lang="en-US" dirty="0"/>
              <a:t>Say the goal clearly: durable instructions should move out of prompts and into the repo. The best demo prompt is simply `Complete tasks/01-add-sla-classification.md`.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demo repo keeps the app tiny and the harness visible.</a:t>
            </a:r>
          </a:p>
          <a:p>
            <a:r>
              <a:rPr lang="en-US" dirty="0"/>
              <a:t>Explain that the app is intentionally small: a ticket router. The repo is the teaching object because the harness is easy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harness tells the agent what to read and where to change code.</a:t>
            </a:r>
          </a:p>
          <a:p>
            <a:r>
              <a:rPr lang="en-US" dirty="0"/>
              <a:t>Show how the task brief, `AGENTS.md`, architecture docs, router, and tests form a path. This narrows the search space before the agent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quality gate makes standards executable.</a:t>
            </a:r>
          </a:p>
          <a:p>
            <a:r>
              <a:rPr lang="en-US" dirty="0"/>
              <a:t>Run `python3 scripts/check.py`. Point out the sequence: lint, harness doctor, docs checks, tests, and CLI smoke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standards become rules, not wishes.</a:t>
            </a:r>
          </a:p>
          <a:p>
            <a:r>
              <a:rPr lang="en-US" dirty="0"/>
              <a:t>Use the CLI architecture rule as the concrete example. The standard says business rules belong in `TicketRouter`; the linter enforces that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should need only one short task prompt.</a:t>
            </a:r>
          </a:p>
          <a:p>
            <a:r>
              <a:rPr lang="en-US" dirty="0"/>
              <a:t>Use this prompt: `Complete tasks/01-add-sla-classification.md`. After the agent finishes, show `git diff` and run `python3 scripts/check.py`.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Failure is a feature when the harness catches drift.</a:t>
            </a:r>
          </a:p>
          <a:p>
            <a:r>
              <a:rPr lang="en-US" dirty="0"/>
              <a:t>Optional live moment: move `docs/runbook.md` temporarily and run the quality gate. Restore it afterwards. The point is that drift becomes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harness in layers, not in one heroic rewrite.</a:t>
            </a:r>
          </a:p>
          <a:p>
            <a:r>
              <a:rPr lang="en-US" dirty="0"/>
              <a:t>Give the team a practical path: first instructions and one command, then CI and runbooks, then architecture checks and recurring cleanup.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 prompt ritual. More engineering leverage.</a:t>
            </a:r>
          </a:p>
          <a:p>
            <a:r>
              <a:rPr lang="en-US" dirty="0"/>
              <a:t>Close with the operating principle: treat bad agent output as feedback about the harness. Improve the system, not just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Harness engineering is the work around the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writes code. The harness makes the work legible, testable, and steerable.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2743200"/>
            <a:ext cx="1554480" cy="82296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Human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2743200"/>
            <a:ext cx="1554480" cy="82296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23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Repo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43200"/>
            <a:ext cx="1554480" cy="82296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9640" y="2743200"/>
            <a:ext cx="155448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95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Fast feedback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46120" y="3154680"/>
            <a:ext cx="731519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32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468880" y="4343400"/>
            <a:ext cx="68580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68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5074920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8/10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target harness 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651760" y="5074920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980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 command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80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local quality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5074920"/>
            <a:ext cx="214884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60" y="5074920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55464" y="5202936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Short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5464" y="5522976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because repo carries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A harness gives an agent five kinds of traction.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Strong agent performance comes from the system around the model, not from prompts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331720"/>
            <a:ext cx="9601200" cy="45720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468879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78024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AGENTS.md, architecture, task briefs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935224"/>
            <a:ext cx="9601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3072384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Execution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081528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Makefile, local commands, no external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538728"/>
            <a:ext cx="9601200" cy="4572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675888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8503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lint, tests, docs checks, smoke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4142231"/>
            <a:ext cx="9601200" cy="45720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61872" y="427939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288536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PR template, ADRs, architecture lint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745736"/>
            <a:ext cx="9601200" cy="457200"/>
          </a:xfrm>
          <a:prstGeom prst="rect">
            <a:avLst/>
          </a:prstGeom>
          <a:solidFill>
            <a:srgbClr val="E8E1D3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1872" y="4882896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runbook, scorecard, prompt recipes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prompt gets shorter as the harness gets stronger.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operating goal is to move durable instructions into the repo, checks, and review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4023360" cy="5486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Prompt-heavy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514600"/>
            <a:ext cx="4023360" cy="54864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615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Harness-heavy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3429000"/>
            <a:ext cx="3657600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the task.
Read the architecture docs.
Keep rules out of the CLI.
Add tests.
Run the quality gate.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79792" y="3429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tasks/01-add-sla-classification.md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4920" y="4005072"/>
            <a:ext cx="196596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77639" y="5166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300" b="1">
                <a:solidFill>
                  <a:srgbClr val="163B34"/>
                </a:solidFill>
                <a:latin typeface="Aptos"/>
              </a:rPr>
              <a:t>Durable instructions move into files, scripts, and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Our demo repo keeps the app tiny and the harness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application is intentionally boring. The repository environment is the teaching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repo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23160" y="2359152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94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1,160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51960" y="2359152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359152"/>
            <a:ext cx="201168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7064" y="2487168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807208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runtime dependencies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703320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4358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AGENTS.md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703320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0702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architecture, scorecard, runbook, ADRs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233672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4358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scripts/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4358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check, lint, doctor, docs contract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4233672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0702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tests/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702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behavior and harness checks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4764024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4358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tasks/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358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agent-ready work briefs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4764024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0702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.github/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702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CI and collaboration templates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harness tells the agent what to read and where to change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A task moves through repo-local context before it reaches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Task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tasks/01-sla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79" y="3703320"/>
            <a:ext cx="347473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83464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Repo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AGENTS.md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0916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7492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2122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System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docs/architecture.md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0" y="3246120"/>
            <a:ext cx="1874519" cy="9144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6150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Change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router.py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8972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955548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0178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Behavior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78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tests/test_router.py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8006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600" b="1">
                <a:solidFill>
                  <a:srgbClr val="163B34"/>
                </a:solidFill>
                <a:latin typeface="Aptos"/>
              </a:rPr>
              <a:t>The harness narrows the search space before the first edit.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quality gate makes standards executable.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gets one command that validates style, structure, behavior, and smoke-path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2697480" y="254203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2756916" y="2660904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63240" y="237744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18688" y="24597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Compile
syntax errors</a:t>
            </a:r>
          </a:p>
        </p:txBody>
      </p:sp>
      <p:sp>
        <p:nvSpPr>
          <p:cNvPr id="12" name="Oval 11"/>
          <p:cNvSpPr/>
          <p:nvPr/>
        </p:nvSpPr>
        <p:spPr>
          <a:xfrm>
            <a:off x="2697480" y="3054096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2756916" y="3172968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063240" y="2889504"/>
            <a:ext cx="4663440" cy="41148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18688" y="297180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Lint
style + architecture</a:t>
            </a:r>
          </a:p>
        </p:txBody>
      </p:sp>
      <p:sp>
        <p:nvSpPr>
          <p:cNvPr id="16" name="Oval 15"/>
          <p:cNvSpPr/>
          <p:nvPr/>
        </p:nvSpPr>
        <p:spPr>
          <a:xfrm>
            <a:off x="2697480" y="3566160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756916" y="3685032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63240" y="3401568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18688" y="3483864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Doctor
harness files exist</a:t>
            </a:r>
          </a:p>
        </p:txBody>
      </p:sp>
      <p:sp>
        <p:nvSpPr>
          <p:cNvPr id="20" name="Oval 19"/>
          <p:cNvSpPr/>
          <p:nvPr/>
        </p:nvSpPr>
        <p:spPr>
          <a:xfrm>
            <a:off x="2697480" y="4078224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2756916" y="4197096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63240" y="3913632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18688" y="3995928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Docs
required sections</a:t>
            </a:r>
          </a:p>
        </p:txBody>
      </p:sp>
      <p:sp>
        <p:nvSpPr>
          <p:cNvPr id="24" name="Oval 23"/>
          <p:cNvSpPr/>
          <p:nvPr/>
        </p:nvSpPr>
        <p:spPr>
          <a:xfrm>
            <a:off x="2697480" y="4590288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756916" y="4709159"/>
            <a:ext cx="0" cy="374905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063240" y="4425696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18688" y="450799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Tests
7 behavior checks</a:t>
            </a:r>
          </a:p>
        </p:txBody>
      </p:sp>
      <p:sp>
        <p:nvSpPr>
          <p:cNvPr id="28" name="Oval 27"/>
          <p:cNvSpPr/>
          <p:nvPr/>
        </p:nvSpPr>
        <p:spPr>
          <a:xfrm>
            <a:off x="2697480" y="510235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063240" y="493776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18688" y="502005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Smoke
CLI path still 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063240"/>
            <a:ext cx="3246120" cy="77724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31012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0">
                <a:solidFill>
                  <a:srgbClr val="F7F3EA"/>
                </a:solidFill>
                <a:latin typeface="Aptos Mono"/>
              </a:rPr>
              <a:t>python3 scripts/check.py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25196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63B34"/>
                </a:solidFill>
                <a:latin typeface="Aptos"/>
              </a:rPr>
              <a:t>One command makes the
contract non-negotiable.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Coding standards become rules, not wishes.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Some rules are lintable, some are testable, and some need review templates or ADRs.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Enforced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97480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No business rules in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09544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Docstrings on production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readability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21608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849624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Routing behavior is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test_router.py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33672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36168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harness files exist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harness_doctor.py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745736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873752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docs sections remain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check_docs.py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memory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live demo should need only one short task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point is not the ticket router. The point is that the repo carries the operating instructions.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4846320" cy="2651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4389120" cy="2011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cd ~/Code/harness-engineering-demo
python3 scripts/check.py
Complete tasks/01-add-sla-classification.md
git diff
python3 scripts/check.py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2514600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1696" y="2596896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606040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Baseline passes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11696" y="3255263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264408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reads repo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0" y="3831335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11696" y="3913631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922775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changes router + tests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0" y="4489704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4572000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581144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Gate proves the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Failure is a feature when the harness catches drift.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A good harness fails early when context, docs, architecture, or behavior fall out of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2834640"/>
            <a:ext cx="2926080" cy="7772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Move docs/runbook.md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6012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0642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Harness doctor fails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834640"/>
            <a:ext cx="2926080" cy="77724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1830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Put outage rule in cli.py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57200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Architecture lint fails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834640"/>
            <a:ext cx="2926080" cy="777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018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Break expected queue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4692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18388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018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Unit test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3949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500" b="1">
                <a:solidFill>
                  <a:srgbClr val="163B34"/>
                </a:solidFill>
                <a:latin typeface="Aptos"/>
              </a:rPr>
              <a:t>The harness turns drift into a visible, local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Build the harness in layers, not in one heroic rewrite.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Start with instructions and checks, then add governance, memory, and richer feedback loops.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880360"/>
            <a:ext cx="2560320" cy="530352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930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30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930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930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Write AGENTS.md
Add one quality gate
Make tasks explicit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0332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89120" y="2880360"/>
            <a:ext cx="2560320" cy="530352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60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3542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3542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linters + CI
Create runbooks
Start ADRs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635240" y="2880360"/>
            <a:ext cx="2560320" cy="530352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8154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8154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8154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architecture checks
Track recurring failures
Automate cleanup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DDE8DF"/>
                </a:solidFill>
                <a:latin typeface="Aptos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3600" b="1">
                <a:solidFill>
                  <a:srgbClr val="F7F3EA"/>
                </a:solidFill>
                <a:latin typeface="Aptos Display"/>
              </a:rPr>
              <a:t>Less prompt ritual.
More engineering leverage.</a:t>
            </a:r>
          </a:p>
        </p:txBody>
      </p:sp>
      <p:sp>
        <p:nvSpPr>
          <p:cNvPr id="4" name="Oval 3"/>
          <p:cNvSpPr/>
          <p:nvPr/>
        </p:nvSpPr>
        <p:spPr>
          <a:xfrm>
            <a:off x="694944" y="376732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370332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Put durable instructions in the repo.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417880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1148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Make verification one command.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459028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Encode standards as checks.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500176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93776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Treat bad agent output as harness feedback.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3504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CFE0D4"/>
                </a:solidFill>
                <a:latin typeface="Aptos"/>
              </a:rPr>
              <a:t>Harness engineering makes agent use a team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1219</Words>
  <Application>Microsoft Macintosh PowerPoint</Application>
  <PresentationFormat>Widescreen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Mono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Usama Dar</cp:lastModifiedBy>
  <cp:revision>2</cp:revision>
  <dcterms:created xsi:type="dcterms:W3CDTF">2013-01-27T09:14:16Z</dcterms:created>
  <dcterms:modified xsi:type="dcterms:W3CDTF">2026-05-14T15:57:19Z</dcterms:modified>
  <cp:category/>
</cp:coreProperties>
</file>